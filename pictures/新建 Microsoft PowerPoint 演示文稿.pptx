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418D8-F93C-E2A9-AD5B-9F71BAC50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D76C52-1B34-E75A-6623-12F459725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64427-11DC-1AB9-DE43-2FF344F9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49FA8-CCB4-4D00-1457-D5B58198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F524E-24CA-4B71-71AA-6CD391F7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4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F2F0F-3A9A-4DFC-C10D-BDD4EC51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29FAC-3EE1-685E-9277-999C84CA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1D6273-1310-5E51-037B-E4A76839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AACEEF-F19B-6E21-9E63-7B84BBCC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DC56D-BBA1-99FB-CD02-18CFAD5C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96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56D07-56C4-74A6-4B39-63DB7B8C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86891-F94B-6621-E0F1-7AFB82C0A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EB1F6E-5569-DBC3-5A9A-16B7E427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F974E-794D-3BD8-D6FE-C796046B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B9B76-49E9-E908-E134-7913DBCC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6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A924D-CF13-4EB1-0BCD-947B28B0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2DD48-5814-0915-5ACD-754705E29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A739C-F348-8CF4-491A-897EC5501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DADFDF-C01C-A776-E46B-C29BE01F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CD2E76-BB29-E015-5DA7-0287BEF4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57DEA7-9B51-6629-ACCE-65C41781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5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65212-48D6-B5F8-3E32-E1D9990F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FFABCC-8696-C8F7-30B4-EDE5A87D4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2AD9DD-3AAE-0DE5-0475-AB894CFE2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B2AEB5-D47C-EA04-9520-0E4F9E9A2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8B1C28-59F1-1BB8-F7DC-D1C8FF6CB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78E2B3-2A88-D343-F481-A1C481DB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5319B6-4E86-DCBA-500B-459D68AB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038358-5391-15D0-2050-EED6A2A4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6570D-0C21-A3FE-C844-F4B68B86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DB38F4-4D64-145B-4E45-E08A80A5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FF48E1-090D-E95E-7A9B-49CDAF00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452BD1-98B3-07B6-6E85-8E753761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47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12CF34-3054-ABB3-769E-FDD0F143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A8F36B-28A3-6A32-382B-50E98C2E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03498-89B4-0F88-C4E1-9AD3AA5E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24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79FC2-D4C3-DF23-90E2-5D5734DE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91DBC1-7542-C5AE-12C5-23C0360B0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B28CB4-5B12-C5DB-31F6-1D015A1DF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BD4BA0-D4F8-7563-E8A4-C1C13786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8AB0D0-7C54-E3F7-3850-6B8A4889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B7673-DDE1-FEBF-536E-B343A84A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39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A5EA2-0791-1DEF-DE6A-2174997E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06938F-05B8-E279-3B3D-E543C8654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1A77E4-8D17-DBD7-491D-DEF00F46D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0F2BBE-B1DF-A7E0-0CC9-7C96716D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10F5DE-8BD7-5705-BDEF-5FCD3B03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A620A1-768E-96E1-3D6B-27A318C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9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5FED3-F11F-D634-77BF-FAE680BD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B7700-43D8-CE27-6BDD-872A7B700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C420F-358C-ED4D-704E-5FA47BC5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C5CA-1C14-89F4-73A9-82F204261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3947E6-EA23-E382-80BA-EDF4D46D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88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1ECB53-11FF-7446-D75B-B4330A8E0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BE6FCF-4D7E-55A4-2F10-9135CFC88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009F4-D68C-F5DB-127B-24F96C2C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AEB95-A278-EA7F-DFC4-718888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794E8-B1EA-A133-3EF8-FB0822FB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0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4873A-F883-2CA1-C813-14CC4C13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280E8C-745C-E810-CE9B-4565C1F0F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62024-BBBD-6FF3-FED5-AC65064E9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C8994-CA6D-440E-9B4E-E13B37E1A304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A53B7-4B1B-3DD9-EE24-779B0489A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40EE2-613B-34A6-8737-C14DBF86C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E6A10-3AF6-42E7-99B6-D9BBA1D1CB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36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C74045B-5D98-1D26-03B9-48E0A241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20" y="675453"/>
            <a:ext cx="7816853" cy="55070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012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Lebron James</dc:creator>
  <cp:lastModifiedBy>Lebron James</cp:lastModifiedBy>
  <cp:revision>1</cp:revision>
  <dcterms:created xsi:type="dcterms:W3CDTF">2025-12-03T01:18:22Z</dcterms:created>
  <dcterms:modified xsi:type="dcterms:W3CDTF">2025-12-03T01:23:11Z</dcterms:modified>
</cp:coreProperties>
</file>